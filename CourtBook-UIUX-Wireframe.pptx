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tenniscourtbooker.netlify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🎾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28600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CourtBook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8600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Wireframe Presentation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Court Booking App — Metro Manila, Philippines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 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Earl Medrano</a:t>
            </a:r>
            <a:endParaRPr lang="en-US" sz="14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tenniscourtbooker.netlify.app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1645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0" y="4572000"/>
            <a:ext cx="1645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4572000"/>
            <a:ext cx="1645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4572000"/>
            <a:ext cx="164592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4572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Colors, Typography &amp; Component Library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148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BG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1691640"/>
            <a:ext cx="411480" cy="41148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BG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#1E293B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691640"/>
            <a:ext cx="411480" cy="411480"/>
          </a:xfrm>
          <a:prstGeom prst="rect">
            <a:avLst/>
          </a:prstGeom>
          <a:solidFill>
            <a:srgbClr val="10B981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916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solidFill>
            <a:srgbClr val="14B8A6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#14B8A6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377440"/>
            <a:ext cx="411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2377440"/>
            <a:ext cx="411480" cy="411480"/>
          </a:xfrm>
          <a:prstGeom prst="rect">
            <a:avLst/>
          </a:prstGeom>
          <a:solidFill>
            <a:srgbClr val="94A3B8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400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#94A3B8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Heading 1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32–44pt • Bold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2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20–24pt • Semibold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14–16pt • Regular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10–12pt • Regular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611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3B82F6">
              <a:alpha val="3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Court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20240" y="3611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83280" y="3611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61188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6118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₱500/hr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3840480" cy="9144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4114800"/>
            <a:ext cx="914400" cy="91440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114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🎾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463040" y="41605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Rizal Memorial Tennis Center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• Hard Court • ⭐ 4.5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₱400/hr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Modes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4251960"/>
            <a:ext cx="1920240" cy="77724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251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 Mode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theme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4251960"/>
            <a:ext cx="192024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42519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Light Mode</a:t>
            </a:r>
            <a:endParaRPr lang="en-US" sz="9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theme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 Page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4023360" cy="443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548640"/>
            <a:ext cx="402336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CourtBook    Courts    Map    Quiz    Compare    Sign In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3840480" cy="82296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Perfect Court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Courts • 12 Cities • 4 Indoor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384048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courts...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00584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164592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228600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92608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▾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566160" y="224028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2402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▾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560320"/>
            <a:ext cx="18288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🏟️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00200" y="2606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₱400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600200" y="260604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606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Rizal Memorial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• ⭐ 4.5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0" y="2560320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2560320"/>
            <a:ext cx="18288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🎾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520440" y="2606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₱1200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520440" y="260604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2606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359152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Polo Club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Makati • ⭐ 4.5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703320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703320"/>
            <a:ext cx="18288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🏸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600200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₱600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600200" y="374904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3749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Tennis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Taguig • ⭐ 4.5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286000" y="3703320"/>
            <a:ext cx="18288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228600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520440" y="37490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₱350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520440" y="3749040"/>
            <a:ext cx="548640" cy="164592"/>
          </a:xfrm>
          <a:prstGeom prst="roundRect">
            <a:avLst>
              <a:gd name="adj" fmla="val 50000"/>
            </a:avLst>
          </a:prstGeom>
          <a:solidFill>
            <a:srgbClr val="10B981">
              <a:alpha val="6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2331720" y="37490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59152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 Tennis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Pasig • ⭐ 4.5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389120" y="77724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846320" y="640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+ page links + auth + theme/language toggles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89120" y="132588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48463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Banner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gradient with headline stats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89120" y="182880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4846320" y="1691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type, city, sort by distance/price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0" y="251460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4846320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Cards Grid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2-column grid with emoji icons, price badges, favorites, ratings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389120" y="397764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4846320" y="3840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Details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pill, city badge, star rating, heart toggle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 Detail Page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4023360" cy="443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594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 to Courts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840480" cy="6400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68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🏟️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Rizal Memorial Tennis Center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Ocampo Sr. St., Malate, Manila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Court  •  Indoor  •  ₱400/hr  •  ⭐ 4.5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8404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Playing Tips</a:t>
            </a:r>
            <a:endParaRPr lang="en-US" sz="900" dirty="0"/>
          </a:p>
          <a:p>
            <a:pPr indent="0" marL="0">
              <a:buNone/>
            </a:pPr>
            <a:r>
              <a:rPr lang="en-US" sz="7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"Great conditions for a match! Sunny weather, 28°C..."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3-Day Forecast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118872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28°C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645920" y="3017520"/>
            <a:ext cx="118872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30°C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926080" y="3017520"/>
            <a:ext cx="118872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26°C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3840480" cy="54864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Availability Heatmap (7 days × hourly)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4023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Time Slot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51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7AM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325880" y="42519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4251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8AM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86000" y="4251960"/>
            <a:ext cx="868680" cy="18288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4251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9AM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46120" y="42519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42519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10AM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480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11AM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325880" y="44805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5880" y="4480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12PM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286000" y="44805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4480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46120" y="4480560"/>
            <a:ext cx="868680" cy="1828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44805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2PM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4754880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7548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Booking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0" y="91440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846320" y="822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Emoji Hero Header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emoji on teal gradient background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89120" y="155448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84632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Info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surface, pricing, rating, favorite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0" y="201168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484632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Playing Tips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recommendations powered by AI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89120" y="256032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846320" y="2468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Forecast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forecast from Open-Meteo API (Celsius)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89120" y="310896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84632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Heatmap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7-day × hourly availability grid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389120" y="365760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4846320" y="3566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Slot Picker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slots 7AM–8PM, green = selected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89120" y="4206240"/>
            <a:ext cx="36576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4846320" y="4114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Action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add-ons + confirm button (auth required)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Map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5029200" cy="443484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640080"/>
            <a:ext cx="4846320" cy="2743200"/>
          </a:xfrm>
          <a:prstGeom prst="rect">
            <a:avLst/>
          </a:prstGeom>
          <a:solidFill>
            <a:srgbClr val="1A3A4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Interactive Map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361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2743200" y="164592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181051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Makati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3840480" y="109728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26187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Taguig</a:t>
            </a:r>
            <a:endParaRPr lang="en-US" sz="600" dirty="0"/>
          </a:p>
        </p:txBody>
      </p:sp>
      <p:sp>
        <p:nvSpPr>
          <p:cNvPr id="12" name="Shape 10"/>
          <p:cNvSpPr/>
          <p:nvPr/>
        </p:nvSpPr>
        <p:spPr>
          <a:xfrm>
            <a:off x="1828800" y="228600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24505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Pasig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200400" y="256032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272491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 Nearby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749040"/>
            <a:ext cx="484632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 Rizal Memorial  •  Hard  •  ₱400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484632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60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 Manila Polo Club  •  Clay  •  ₱1200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572000"/>
            <a:ext cx="4846320" cy="3657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 BGC Tennis Courts  •  Hard  •  ₱600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1051560"/>
            <a:ext cx="27432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576072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tiles with interactive court pins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94960" y="1965960"/>
            <a:ext cx="27432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576072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Markers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pin → popup with name, surface, price, link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880360"/>
            <a:ext cx="27432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576072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Controls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+/- buttons, drag to pan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3794760"/>
            <a:ext cx="274320" cy="0"/>
          </a:xfrm>
          <a:prstGeom prst="line">
            <a:avLst/>
          </a:prstGeom>
          <a:noFill/>
          <a:ln w="6350">
            <a:solidFill>
              <a:srgbClr val="10B981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76072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List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courts with emoji, name, surface, price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Court Recommender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4023360" cy="43891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685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Find Your Perfect Court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749040" cy="91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05840"/>
            <a:ext cx="2249424" cy="91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24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surface do you prefer?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3749040" cy="411480"/>
          </a:xfrm>
          <a:prstGeom prst="rect">
            <a:avLst/>
          </a:prstGeom>
          <a:solidFill>
            <a:srgbClr val="10B981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🟤  Hard Court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pace, consistent bounce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37490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Clay Court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pace, more spin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37490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Grass Court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low bounce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37490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No Preference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all options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Previous     Next →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4160520"/>
            <a:ext cx="374904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06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Results Preview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Rizal Memorial — 95% Match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Manila Polo Club — 82% Match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BGC Tennis — 78% Match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Flow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0" y="1005840"/>
            <a:ext cx="320040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Q1: Budget Range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9400" y="137160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508760"/>
            <a:ext cx="320040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Q2: Indoor / Outdoor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29400" y="187452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Q3: Surface Preference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237744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2514600"/>
            <a:ext cx="32004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Location Priority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288036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0" y="3017520"/>
            <a:ext cx="320040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Playing Vibe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0" y="3657600"/>
            <a:ext cx="3200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3657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Ranked Results with % Match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29400" y="3520440"/>
            <a:ext cx="0" cy="1371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Court Comparison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up to 3 courts to compare side-by-side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Rizal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6304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Polo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5176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BGC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84048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Ultra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MOA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Ateneo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7772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777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🌴 Alabang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1280160"/>
            <a:ext cx="2011680" cy="6400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Rizal Memorial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017520" y="1280160"/>
            <a:ext cx="2011680" cy="6400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Polo Club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120640" y="1280160"/>
            <a:ext cx="2011680" cy="640080"/>
          </a:xfrm>
          <a:prstGeom prst="rect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BGC Tennis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2011680"/>
            <a:ext cx="594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11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14400" y="20116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₱400/hr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0116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301752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₱1,200/hr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20116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2011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₱600/hr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468880"/>
            <a:ext cx="5943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24688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14400" y="24688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Court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17520" y="24688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301752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 Court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120640" y="24688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2468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Court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926080"/>
            <a:ext cx="594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29260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4400" y="29260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017520" y="29260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30175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20640" y="29260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383280"/>
            <a:ext cx="5943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33832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14400" y="33832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017520" y="33832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3" name="Text 51"/>
          <p:cNvSpPr/>
          <p:nvPr/>
        </p:nvSpPr>
        <p:spPr>
          <a:xfrm>
            <a:off x="301752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4.8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120640" y="33832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5" name="Text 53"/>
          <p:cNvSpPr/>
          <p:nvPr/>
        </p:nvSpPr>
        <p:spPr>
          <a:xfrm>
            <a:off x="51206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4.3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840480"/>
            <a:ext cx="594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7" name="Text 55"/>
          <p:cNvSpPr/>
          <p:nvPr/>
        </p:nvSpPr>
        <p:spPr>
          <a:xfrm>
            <a:off x="274320" y="3840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14400" y="38404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91440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017520" y="38404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1" name="Text 59"/>
          <p:cNvSpPr/>
          <p:nvPr/>
        </p:nvSpPr>
        <p:spPr>
          <a:xfrm>
            <a:off x="301752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Makati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120640" y="3840480"/>
            <a:ext cx="201168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3" name="Text 61"/>
          <p:cNvSpPr/>
          <p:nvPr/>
        </p:nvSpPr>
        <p:spPr>
          <a:xfrm>
            <a:off x="512064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Taguig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297680"/>
            <a:ext cx="5943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2976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14400" y="42976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7" name="Text 65"/>
          <p:cNvSpPr/>
          <p:nvPr/>
        </p:nvSpPr>
        <p:spPr>
          <a:xfrm>
            <a:off x="91440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6AM–9PM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017520" y="42976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9" name="Text 67"/>
          <p:cNvSpPr/>
          <p:nvPr/>
        </p:nvSpPr>
        <p:spPr>
          <a:xfrm>
            <a:off x="301752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7AM–10PM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0" y="4297680"/>
            <a:ext cx="201168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1" name="Text 69"/>
          <p:cNvSpPr/>
          <p:nvPr/>
        </p:nvSpPr>
        <p:spPr>
          <a:xfrm>
            <a:off x="5120640" y="4297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6AM–8PM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7432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up to 3 courts with real-time data. Helps players choose the best venue based on price, surface, and amenities.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 &amp; Profile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594360"/>
            <a:ext cx="274320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37744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Continue with Google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 sign in with email —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37744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377440" cy="274320"/>
          </a:xfrm>
          <a:prstGeom prst="rect">
            <a:avLst/>
          </a:prstGeom>
          <a:solidFill>
            <a:srgbClr val="0F172A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237744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31546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have an account? Sign Up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0" y="594360"/>
            <a:ext cx="274320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0" y="10515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Earl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jamesearlmedrano02@gmail.com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103120"/>
            <a:ext cx="7315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06240" y="2103120"/>
            <a:ext cx="7315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2103120"/>
            <a:ext cx="73152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Achievements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880360"/>
            <a:ext cx="320040" cy="3200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🎾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785616" y="2880360"/>
            <a:ext cx="320040" cy="3200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85616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87952" y="2880360"/>
            <a:ext cx="320040" cy="3200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187952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90288" y="2880360"/>
            <a:ext cx="320040" cy="3200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590288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🔥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992624" y="288036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4992624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94960" y="2880360"/>
            <a:ext cx="320040" cy="32004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539496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126480" y="594360"/>
            <a:ext cx="2743200" cy="29260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26480" y="640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09360" y="1051560"/>
            <a:ext cx="109728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98080" y="1051560"/>
            <a:ext cx="1097280" cy="228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0" y="10515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1371600"/>
            <a:ext cx="23774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🏟️ Rizal Memorial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21, 9AM • Confirmed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6676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✕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1920240"/>
            <a:ext cx="23774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0" y="1920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Manila Polo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23, 3PM • Confirmed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667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✕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09360" y="2468880"/>
            <a:ext cx="23774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🏸 BGC Tennis</a:t>
            </a:r>
            <a:endParaRPr lang="en-US" sz="900" dirty="0"/>
          </a:p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25, 7AM • Pending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3667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</a:rPr>
              <a:t>✕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with Row-Level Security — users can only view and modify their own bookings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Email/Password sign up &amp; sign 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Google OAuth one-click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Password reset via email link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Protected routes (booking, profile, analytics)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 unlockable achievement badges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Booking countdown timer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Additional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 powering the complete tennis booking experience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1887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booking calendar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7-col desktop, 2-col mobile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Matchmaking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tennis partners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your favorite courts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0" y="11887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Booking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Share API integration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clipboard fallback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766560" y="10515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1887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828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Streak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consistency tracker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streak counter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97280" y="30175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Price Alerts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budget, get notified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courts match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0" y="28803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0175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65176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chat widget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court recommendations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03520" y="30175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3035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🇵🇭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5488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Filipino / English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translated strings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one-click toggle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66560" y="2880360"/>
            <a:ext cx="1920240" cy="16002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406640" y="3017520"/>
            <a:ext cx="548640" cy="548640"/>
          </a:xfrm>
          <a:prstGeom prst="ellipse">
            <a:avLst/>
          </a:prstGeom>
          <a:solidFill>
            <a:srgbClr val="10B981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40664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858000" y="3657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Responsive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58000" y="39319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Hamburger nav, touch inputs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zoom fix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22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 19 + TypeScript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 build tool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82296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822960"/>
            <a:ext cx="54864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8229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Tailwind CSS v4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Supabase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463040"/>
            <a:ext cx="54864" cy="5486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4630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Leaflet.js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103120"/>
            <a:ext cx="54864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 Open-Meteo API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(free)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103120"/>
            <a:ext cx="1920240" cy="5486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103120"/>
            <a:ext cx="54864" cy="548640"/>
          </a:xfrm>
          <a:prstGeom prst="rect">
            <a:avLst/>
          </a:prstGeom>
          <a:solidFill>
            <a:srgbClr val="00C7B7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Netlify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from GitHub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9280" y="1188720"/>
            <a:ext cx="22860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 (User)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12280" y="16459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7830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2011680"/>
            <a:ext cx="22860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011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React + Vite App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12280" y="24688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2697480"/>
            <a:ext cx="1051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6974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12280" y="2697480"/>
            <a:ext cx="10515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269748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92608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2926080"/>
            <a:ext cx="18288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🌤️ Open-Meteo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API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Key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8229600" cy="45720"/>
          </a:xfrm>
          <a:prstGeom prst="rect">
            <a:avLst/>
          </a:prstGeom>
          <a:solidFill>
            <a:srgbClr val="10B981">
              <a:alpha val="5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10312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Commits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74904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9496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~713KB JS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Size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40880" y="4206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(Netlify)</a:t>
            </a:r>
            <a:endParaRPr lang="en-US" sz="16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CourtBook - UI/UX Wireframe</dc:title>
  <dc:subject>PptxGenJS Presentation</dc:subject>
  <dc:creator>James Earl Medrano</dc:creator>
  <cp:lastModifiedBy>James Earl Medrano</cp:lastModifiedBy>
  <cp:revision>1</cp:revision>
  <dcterms:created xsi:type="dcterms:W3CDTF">2026-06-20T12:36:14Z</dcterms:created>
  <dcterms:modified xsi:type="dcterms:W3CDTF">2026-06-20T12:36:14Z</dcterms:modified>
</cp:coreProperties>
</file>